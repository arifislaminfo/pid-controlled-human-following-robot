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-25400" y="762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3782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3782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3782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3782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4622"/>
          <a:stretch>
            <a:fillRect/>
          </a:stretch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t="-420" b="5042"/>
          <a:stretch>
            <a:fillRect/>
          </a:stretch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4622"/>
          <a:stretch>
            <a:fillRect/>
          </a:stretch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2941"/>
          <a:stretch>
            <a:fillRect/>
          </a:stretch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b="3782"/>
          <a:stretch>
            <a:fillRect/>
          </a:stretch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On-screen Show (4:3)</PresentationFormat>
  <Paragraphs>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Arial</vt:lpstr>
      <vt:lpstr>SimSun</vt:lpstr>
      <vt:lpstr>Wingdings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Mahir Faisal Ahammed</cp:lastModifiedBy>
  <cp:revision>2</cp:revision>
  <dcterms:created xsi:type="dcterms:W3CDTF">2006-08-16T00:00:00Z</dcterms:created>
  <dcterms:modified xsi:type="dcterms:W3CDTF">2026-04-25T19:06:16Z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EDA1383BABC44462950C1CDDA3450016_13</vt:lpwstr>
  </property>
  <property fmtid="{D5CDD505-2E9C-101B-9397-08002B2CF9AE}" pid="3" name="KSOProductBuildVer">
    <vt:lpwstr>1033-12.1.0.25242</vt:lpwstr>
  </property>
</Properties>
</file>